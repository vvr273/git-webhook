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GitHub Webhook Testing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t>Developer Intelligence Platform POC</a:t>
            </a:r>
          </a:p>
          <a:p>
            <a:pPr>
              <a:spcAft>
                <a:spcPts val="700"/>
              </a:spcAft>
              <a:defRPr sz="2100">
                <a:solidFill>
                  <a:srgbClr val="222222"/>
                </a:solidFill>
                <a:latin typeface="Aptos"/>
              </a:defRPr>
            </a:pPr>
            <a:r>
              <a:t>Metadata-only GitHub event ingestion, normalization, and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Receive GitHub webhooks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Verify authenticity with HMAC SHA-256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Normalize metadata only into a consistent event model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Store events for downstream behavior and workflow analytics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Avoid storing code, diffs, PR bodies, and comment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Why This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Validate whether GitHub activity alone supports developer intelligence signals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Measure commit throughput, PR lifecycle behavior, review participation, workflow execution, and bot activity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Do this without reading source code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What Was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FastAPI webhook service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POST /webhooks/github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GET /health, GET /events, GET /events/{delivery_id}, GET /metrics/summary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SQLite persistence with idempotency on GitHub delivery id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Pytest coverage for signature verification, normalization, bot detection, and duplicate delivery handling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Security and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Verifies X-Hub-Signature-256 using the raw request body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Uses shared secret from GITHUB_WEBHOOK_SECRET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No code content stored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No commit messages stored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No PR body, review body, or review comment body stored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Raw payload storage disabled by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Supported GitHub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ping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push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pull_request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pull_request_review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pull_request_review_comment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workflow_run, deployment, deployment_status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Normalized Event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Each incoming webhook becomes one internal event record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Fields: id, source, event_type, action, repository, actor, occurred_at, metadata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This creates one stable analytics surface across multiple GitHub event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Storage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SQLite for local testing and demo use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Database file: github_webhooks.db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Table: github_events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Saved fields include delivery_id, event_type, actor, repository, bot flag, occurred_at, received_at, normalized_payload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What We Proven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Service built from scratch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Tests added and passing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Local app running behind ngrok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GitHub webhook configured and verified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Real ping event received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Real push event received and stored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Observed Live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Repository: vvr273/git-webhook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Captured event types so far: ping, push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Push metadata stored includes branch, commit_count, distinct_commit_count, head_commit_id, pusher identity, and commit authors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Commit messages and diffs are intentionally excluded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Demo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1. GitHub repo action happens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2. GitHub sends webhook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3. ngrok forwards to local FastAPI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4. FastAPI verifies signature and parses JSON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5. Event is normalized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6. Event is stored in SQLite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7. Events are visible through /events and /metrics/summary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Reproduce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Clone repo, create virtualenv, install dependencies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Set GITHUB_WEBHOOK_SECRET in .env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Run uvicorn on port 8000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Run ngrok http 8000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Add GitHub webhook with application/json and the same secret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Trigger GitHub actions and inspect /events and /metrics/summary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Run the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Start service: uvicorn app.main:app --reload --host 0.0.0.0 --port 8000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Check health: curl http://127.0.0.1:8000/health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Inspect data: curl http://127.0.0.1:8000/events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Inspect summary: curl http://127.0.0.1:8000/metrics/summary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Then trigger push, PR, review, review comment, workflow, or deployment events in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Value for Developer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Commits per developer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PR creation, update, and merge patterns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Review participation and review latency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CI completion and friction indicators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Deployment timing and automation ratio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Potential AI-assist proxies based on workflow changes over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411480"/>
            <a:ext cx="164592" cy="822960"/>
          </a:xfrm>
          <a:prstGeom prst="rect">
            <a:avLst/>
          </a:prstGeom>
          <a:solidFill>
            <a:srgbClr val="124F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84048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4F44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75488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5C5C5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Trigger PR and workflow events for a richer demo dataset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Add API filters by repository and date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Add pagination and export support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Move from SQLite to Postgres for shared environments</a:t>
            </a:r>
          </a:p>
          <a:p>
            <a:pPr>
              <a:spcAft>
                <a:spcPts val="700"/>
              </a:spcAft>
              <a:defRPr sz="2000">
                <a:solidFill>
                  <a:srgbClr val="222222"/>
                </a:solidFill>
                <a:latin typeface="Aptos"/>
              </a:defRPr>
            </a:pPr>
            <a:r>
              <a:t>Build dashboard views on top of normalized event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00800"/>
            <a:ext cx="10789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5C5C"/>
                </a:solidFill>
                <a:latin typeface="Aptos"/>
              </a:defRPr>
            </a:pPr>
            <a:r>
              <a:t>GitHub Webhook Testing Service • Developer Intelligence POC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